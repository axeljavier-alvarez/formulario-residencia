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s-G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000" autoAdjust="0"/>
    <p:restoredTop sz="94660"/>
  </p:normalViewPr>
  <p:slideViewPr>
    <p:cSldViewPr snapToGrid="0">
      <p:cViewPr>
        <p:scale>
          <a:sx n="98" d="100"/>
          <a:sy n="98" d="100"/>
        </p:scale>
        <p:origin x="-1500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4B82B77-80AA-7AB3-6578-8FEBAFA138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ACA4F88-A95F-F477-E03D-B43C5C5550F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GT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AF3BA4A-4D6B-5208-73F7-67F9694660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9AD5DA-DFBB-463F-8E43-D7CAF23EC660}" type="datetimeFigureOut">
              <a:rPr lang="es-GT" smtClean="0"/>
              <a:t>12/12/2025</a:t>
            </a:fld>
            <a:endParaRPr lang="es-GT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4AB7FDC-E811-FB49-391C-F0EF57CE6C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B298509-1926-201E-D943-9BA7B4375E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BE9A7-86CE-456A-AE24-9122F258EDD0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25530797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73FBCA2-846D-2B69-2803-773416285B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F2C837A-314D-2F88-BAB0-7A84342E81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E8C0F91-0953-F84F-9A18-22C96283F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9AD5DA-DFBB-463F-8E43-D7CAF23EC660}" type="datetimeFigureOut">
              <a:rPr lang="es-GT" smtClean="0"/>
              <a:t>12/12/2025</a:t>
            </a:fld>
            <a:endParaRPr lang="es-GT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E40796C-2175-C1D1-6F16-51C3D7B8A6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A62C965-5A7A-F432-F2CF-2FADE8AFAA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BE9A7-86CE-456A-AE24-9122F258EDD0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38835988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6AE02C5-1E8C-DC47-8936-D14A8AA63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5A861DE-4BA8-C559-AF1F-1DBF805806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82911EB-FC95-B894-B9CE-5344121EF4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9AD5DA-DFBB-463F-8E43-D7CAF23EC660}" type="datetimeFigureOut">
              <a:rPr lang="es-GT" smtClean="0"/>
              <a:t>12/12/2025</a:t>
            </a:fld>
            <a:endParaRPr lang="es-GT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BC973AC-C98E-D517-5F46-62F7D98659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0184BB7-65AC-313B-3DFD-2DCB11162F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BE9A7-86CE-456A-AE24-9122F258EDD0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7893990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5395C69-E5BC-B15D-436A-A71814F445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9ED09FF-0760-A824-9CFC-2C13256D4E6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7DA64612-796B-E5B1-4E40-1C069EC78F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CBBA6898-ACCE-96D5-4F6F-DF8C3FE4A2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9AD5DA-DFBB-463F-8E43-D7CAF23EC660}" type="datetimeFigureOut">
              <a:rPr lang="es-GT" smtClean="0"/>
              <a:t>12/12/2025</a:t>
            </a:fld>
            <a:endParaRPr lang="es-GT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E25C17B8-5E72-1427-A55D-5517EC2351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20951DF-128D-E33E-E902-9C33245AB1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BE9A7-86CE-456A-AE24-9122F258EDD0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3457686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1C2641D-F71E-51C9-4B62-1970C8A5AF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B1E9FF8-E3FF-3EE0-7F8D-915EDDCEA1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4EC9FBFE-AAD7-1A5D-3111-DB97857F91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DB325CB5-BBAA-AC3C-9DCD-0FA4151E765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FD7781C1-7E03-CE18-AE57-FB8A59C6CD6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2999F197-E4BD-153B-F1E8-70687DC69D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9AD5DA-DFBB-463F-8E43-D7CAF23EC660}" type="datetimeFigureOut">
              <a:rPr lang="es-GT" smtClean="0"/>
              <a:t>12/12/2025</a:t>
            </a:fld>
            <a:endParaRPr lang="es-GT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85E0770B-00A7-2380-899B-95729F51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C766F75F-A8CA-BD37-FB09-E5AF7B448B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BE9A7-86CE-456A-AE24-9122F258EDD0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2079827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51E5415-BBCB-485C-A63B-16E8BC1CDF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2033D71F-7603-CA98-5B05-3FB71877B8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9AD5DA-DFBB-463F-8E43-D7CAF23EC660}" type="datetimeFigureOut">
              <a:rPr lang="es-GT" smtClean="0"/>
              <a:t>12/12/2025</a:t>
            </a:fld>
            <a:endParaRPr lang="es-GT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E5C3C8CF-1B87-9FD4-1499-9020C03506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0AD2BA22-3D3F-EBDF-F973-36F0D7ABEA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BE9A7-86CE-456A-AE24-9122F258EDD0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37555237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CEE459AA-225E-9A73-706D-79803755CF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9AD5DA-DFBB-463F-8E43-D7CAF23EC660}" type="datetimeFigureOut">
              <a:rPr lang="es-GT" smtClean="0"/>
              <a:t>12/12/2025</a:t>
            </a:fld>
            <a:endParaRPr lang="es-GT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FE295843-8A5A-1241-7552-A9BA905C7B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7D992A1B-6887-86C7-8328-5A350BAE5D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BE9A7-86CE-456A-AE24-9122F258EDD0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35964176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1F4AC80-0E43-50F4-8A51-1E93A2535C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F39252F-8094-1E7E-7564-F49C5593D6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B218C0E7-4D67-286F-5351-097574DEC2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5C79340F-F7F0-0813-CEB8-00D2D2573C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9AD5DA-DFBB-463F-8E43-D7CAF23EC660}" type="datetimeFigureOut">
              <a:rPr lang="es-GT" smtClean="0"/>
              <a:t>12/12/2025</a:t>
            </a:fld>
            <a:endParaRPr lang="es-GT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DF74042-4AC6-AB41-9087-3D2C53A92B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8DBD5EA-8681-6C07-855E-1A50D4988E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BE9A7-86CE-456A-AE24-9122F258EDD0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15924898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BB4140A-E570-9D96-4626-3192AA1C40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2593231A-6E0B-E6B7-00E7-8192447DBC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GT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DE54A70D-4583-45E5-D58F-ABD988DF11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4783E624-86D6-DDE0-B2B5-CC7BF50978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9AD5DA-DFBB-463F-8E43-D7CAF23EC660}" type="datetimeFigureOut">
              <a:rPr lang="es-GT" smtClean="0"/>
              <a:t>12/12/2025</a:t>
            </a:fld>
            <a:endParaRPr lang="es-GT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0DA2E1E-1C39-44CC-55F3-042077E584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B4FAC00F-F7D9-83C1-F599-973193A4A2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BE9A7-86CE-456A-AE24-9122F258EDD0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36720556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E22A01D-4EF6-8118-2200-164B979D52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B9814EB5-5198-B581-FFD4-FEAF1A0044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78180A8-FBFC-6994-238C-93FD76DBF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9AD5DA-DFBB-463F-8E43-D7CAF23EC660}" type="datetimeFigureOut">
              <a:rPr lang="es-GT" smtClean="0"/>
              <a:t>12/12/2025</a:t>
            </a:fld>
            <a:endParaRPr lang="es-GT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13CA69B-9690-A11E-0337-46470ACB6F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9DBADF8-C403-DF23-3A45-EDF971E433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BE9A7-86CE-456A-AE24-9122F258EDD0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26116513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CA6A9E8B-78A1-615D-19CE-C084630F162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484A40E0-E41D-7BD9-1568-B43666EE969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67C5A79-887A-6A26-FCE2-00B41BDF57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9AD5DA-DFBB-463F-8E43-D7CAF23EC660}" type="datetimeFigureOut">
              <a:rPr lang="es-GT" smtClean="0"/>
              <a:t>12/12/2025</a:t>
            </a:fld>
            <a:endParaRPr lang="es-GT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7E1CBB3-EBB4-90F5-E587-DDCDD40E7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85B1580-B6F2-3F22-8D17-49490A066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BE9A7-86CE-456A-AE24-9122F258EDD0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2683200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0DDB178C-5FF9-4B9C-3912-C6AF26983D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B6BE70D1-F257-1D14-5AC1-3F3EEB7318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376E223-E3BD-6157-04CD-15AA0E9D97D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C9AD5DA-DFBB-463F-8E43-D7CAF23EC660}" type="datetimeFigureOut">
              <a:rPr lang="es-GT" smtClean="0"/>
              <a:t>12/12/2025</a:t>
            </a:fld>
            <a:endParaRPr lang="es-GT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25E20D3-4EAB-B2B5-8C63-DF928B21BF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GT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FF58296-1328-6F4A-9FDB-FF3D0108CF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DBE9A7-86CE-456A-AE24-9122F258EDD0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11493977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G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3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3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2E4B465-6F61-42FC-5298-D64EB6AEB25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4572000" cy="2387600"/>
          </a:xfrm>
        </p:spPr>
        <p:txBody>
          <a:bodyPr/>
          <a:lstStyle/>
          <a:p>
            <a:r>
              <a:rPr lang="es-MX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Dpi y correo</a:t>
            </a:r>
            <a:endParaRPr lang="es-GT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D7EBA94-7162-2C84-8E2C-1DE3428510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47067"/>
            <a:ext cx="4402667" cy="1210732"/>
          </a:xfrm>
        </p:spPr>
        <p:txBody>
          <a:bodyPr/>
          <a:lstStyle/>
          <a:p>
            <a:r>
              <a:rPr lang="es-MX" dirty="0"/>
              <a:t>Solicitud de residencia</a:t>
            </a:r>
            <a:endParaRPr lang="es-GT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D250FA59-705D-29A2-0742-9B3ADBF3F6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5335" y="661601"/>
            <a:ext cx="5591955" cy="5534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86729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6976DC7-892F-B963-CFFB-CF40869725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s-MX" b="1" dirty="0"/>
              <a:t>Verificador dpi</a:t>
            </a:r>
            <a:endParaRPr lang="es-GT" b="1" dirty="0"/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1628255B-FE85-F641-BD15-67FEC406521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757021" y="1690688"/>
            <a:ext cx="6677957" cy="2467319"/>
          </a:xfr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F6B61080-13B3-7E0E-392F-A1A133F98DA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9602"/>
          <a:stretch/>
        </p:blipFill>
        <p:spPr>
          <a:xfrm>
            <a:off x="10775781" y="365125"/>
            <a:ext cx="578019" cy="8661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77987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6976DC7-892F-B963-CFFB-CF40869725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s-MX" b="1" dirty="0">
                <a:highlight>
                  <a:srgbClr val="FFFF00"/>
                </a:highlight>
              </a:rPr>
              <a:t>Primeros 8 números</a:t>
            </a:r>
            <a:endParaRPr lang="es-GT" b="1" dirty="0">
              <a:highlight>
                <a:srgbClr val="FFFF00"/>
              </a:highlight>
            </a:endParaRPr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1628255B-FE85-F641-BD15-67FEC406521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4610" t="24814" r="54565" b="12732"/>
          <a:stretch/>
        </p:blipFill>
        <p:spPr>
          <a:xfrm>
            <a:off x="719666" y="2717639"/>
            <a:ext cx="3335868" cy="1885491"/>
          </a:xfr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FD6BDC3C-4C6F-A18C-79A6-CB6379D36D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1151" y="2197065"/>
            <a:ext cx="6914449" cy="2926641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90F9234A-3CC0-8E1C-F7FB-5111B5296F5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9602"/>
          <a:stretch/>
        </p:blipFill>
        <p:spPr>
          <a:xfrm>
            <a:off x="10775781" y="365125"/>
            <a:ext cx="578019" cy="8661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16294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6976DC7-892F-B963-CFFB-CF40869725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s-MX" b="1" dirty="0">
                <a:highlight>
                  <a:srgbClr val="FFFF00"/>
                </a:highlight>
              </a:rPr>
              <a:t>Verificador con función modulo 11</a:t>
            </a:r>
            <a:endParaRPr lang="es-GT" b="1" dirty="0">
              <a:highlight>
                <a:srgbClr val="FFFF00"/>
              </a:highlight>
            </a:endParaRPr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1628255B-FE85-F641-BD15-67FEC406521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4610" t="24814" r="54565" b="12732"/>
          <a:stretch/>
        </p:blipFill>
        <p:spPr>
          <a:xfrm>
            <a:off x="550333" y="1543509"/>
            <a:ext cx="3335868" cy="1885491"/>
          </a:xfr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D5DEB97D-498F-A1BD-AFA5-A54B111F56A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3773" r="12119"/>
          <a:stretch/>
        </p:blipFill>
        <p:spPr>
          <a:xfrm>
            <a:off x="1337732" y="3799546"/>
            <a:ext cx="372535" cy="1324160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412D9C83-D9BB-DB00-1579-76923C8833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397" y="4947727"/>
            <a:ext cx="1895740" cy="733527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6B680284-3FB1-2604-300C-62F7E4D9808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25166" y="3623093"/>
            <a:ext cx="7200231" cy="2869782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10419F37-F443-01BB-7F4E-09CA49145C9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41436" y="1690688"/>
            <a:ext cx="7200231" cy="1162578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52C09DDD-F4A7-E34A-DCFC-6CDE33C3CB26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9602"/>
          <a:stretch/>
        </p:blipFill>
        <p:spPr>
          <a:xfrm>
            <a:off x="10775781" y="365125"/>
            <a:ext cx="578019" cy="8661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67724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6976DC7-892F-B963-CFFB-CF40869725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s-MX" b="1" dirty="0"/>
              <a:t>Procedimiento para verificador</a:t>
            </a:r>
            <a:endParaRPr lang="es-GT" b="1" dirty="0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E5637CB4-9AE1-B863-072D-517DDC0243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1823" y="1473200"/>
            <a:ext cx="6067075" cy="4758266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3461B8E2-FC30-1378-F220-D484E275DE9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9602"/>
          <a:stretch/>
        </p:blipFill>
        <p:spPr>
          <a:xfrm>
            <a:off x="10775781" y="365125"/>
            <a:ext cx="578019" cy="8661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35569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6976DC7-892F-B963-CFFB-CF40869725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s-MX" b="1" dirty="0">
                <a:highlight>
                  <a:srgbClr val="FFFF00"/>
                </a:highlight>
              </a:rPr>
              <a:t>Código del departamento</a:t>
            </a:r>
            <a:endParaRPr lang="es-GT" b="1" dirty="0">
              <a:highlight>
                <a:srgbClr val="FFFF00"/>
              </a:highlight>
            </a:endParaRP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2B1F9B88-9699-4AC9-911A-365ED3CDD4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2703" y="1783821"/>
            <a:ext cx="1552097" cy="1592412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33388DF3-DE4B-CBAA-BFC8-01595A7088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533" y="3481768"/>
            <a:ext cx="2006600" cy="1196595"/>
          </a:xfrm>
          <a:prstGeom prst="rect">
            <a:avLst/>
          </a:prstGeom>
        </p:spPr>
      </p:pic>
      <p:pic>
        <p:nvPicPr>
          <p:cNvPr id="15" name="Imagen 14">
            <a:extLst>
              <a:ext uri="{FF2B5EF4-FFF2-40B4-BE49-F238E27FC236}">
                <a16:creationId xmlns:a16="http://schemas.microsoft.com/office/drawing/2014/main" id="{7F790803-0434-0EAE-F675-7BF8D64677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7688" y="1906549"/>
            <a:ext cx="6295112" cy="684251"/>
          </a:xfrm>
          <a:prstGeom prst="rect">
            <a:avLst/>
          </a:prstGeom>
        </p:spPr>
      </p:pic>
      <p:pic>
        <p:nvPicPr>
          <p:cNvPr id="17" name="Imagen 16">
            <a:extLst>
              <a:ext uri="{FF2B5EF4-FFF2-40B4-BE49-F238E27FC236}">
                <a16:creationId xmlns:a16="http://schemas.microsoft.com/office/drawing/2014/main" id="{3FC1AEB7-4B51-D6B4-E23D-4F545287D6A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35167" y="3365799"/>
            <a:ext cx="7049300" cy="492148"/>
          </a:xfrm>
          <a:prstGeom prst="rect">
            <a:avLst/>
          </a:prstGeom>
        </p:spPr>
      </p:pic>
      <p:pic>
        <p:nvPicPr>
          <p:cNvPr id="19" name="Imagen 18">
            <a:extLst>
              <a:ext uri="{FF2B5EF4-FFF2-40B4-BE49-F238E27FC236}">
                <a16:creationId xmlns:a16="http://schemas.microsoft.com/office/drawing/2014/main" id="{04E6E255-69F3-0D9E-C0E6-0882674FB79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81747" y="4265911"/>
            <a:ext cx="6321719" cy="1230017"/>
          </a:xfrm>
          <a:prstGeom prst="rect">
            <a:avLst/>
          </a:prstGeom>
        </p:spPr>
      </p:pic>
      <p:pic>
        <p:nvPicPr>
          <p:cNvPr id="20" name="Imagen 19">
            <a:extLst>
              <a:ext uri="{FF2B5EF4-FFF2-40B4-BE49-F238E27FC236}">
                <a16:creationId xmlns:a16="http://schemas.microsoft.com/office/drawing/2014/main" id="{60E40B24-AF0D-6A1B-191E-C0C60ED7E500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9602"/>
          <a:stretch/>
        </p:blipFill>
        <p:spPr>
          <a:xfrm>
            <a:off x="10775781" y="365125"/>
            <a:ext cx="578019" cy="8661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57134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6976DC7-892F-B963-CFFB-CF40869725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s-MX" b="1" dirty="0">
                <a:highlight>
                  <a:srgbClr val="FFFF00"/>
                </a:highlight>
              </a:rPr>
              <a:t>Código del municipio</a:t>
            </a:r>
            <a:endParaRPr lang="es-GT" b="1" dirty="0">
              <a:highlight>
                <a:srgbClr val="FFFF00"/>
              </a:highlight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0512C39C-FA5C-4AB3-9C9F-FC1B8749E2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714" y="2075143"/>
            <a:ext cx="3916920" cy="1489323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E88DE8D2-4FCC-F5CD-312F-00BE261FD6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63913" y="1846511"/>
            <a:ext cx="6320373" cy="852186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AAC12BE7-2B48-5953-5899-C21905F570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1379" y="3564465"/>
            <a:ext cx="11317287" cy="2836449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F39B56B6-3C98-8653-3F71-F922341A107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9602"/>
          <a:stretch/>
        </p:blipFill>
        <p:spPr>
          <a:xfrm>
            <a:off x="10775781" y="365125"/>
            <a:ext cx="578019" cy="8661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17123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6976DC7-892F-B963-CFFB-CF40869725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s-MX" b="1" dirty="0">
                <a:highlight>
                  <a:srgbClr val="FFFF00"/>
                </a:highlight>
              </a:rPr>
              <a:t>Encontrar municipio por departamento</a:t>
            </a:r>
            <a:endParaRPr lang="es-GT" b="1" dirty="0">
              <a:highlight>
                <a:srgbClr val="FFFF00"/>
              </a:highlight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7A2548D3-4474-FEDE-9A51-22D5AE10F4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7949" y="1690688"/>
            <a:ext cx="4958051" cy="755731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9A115C7E-47BE-78C2-AE9C-4EB5BB1318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1396" y="2485893"/>
            <a:ext cx="5144353" cy="1286089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244CE545-6EED-9A87-8C64-25BAA61C55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015" y="3889258"/>
            <a:ext cx="5753918" cy="1355857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5EDA200F-F068-C760-BC61-51D721C14A1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7782" y="1761892"/>
            <a:ext cx="5144218" cy="1667108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50A037A4-6F5A-6B9E-104C-0D548083547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46649" y="3828734"/>
            <a:ext cx="4305901" cy="2553056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3252C195-8ED8-084C-F301-5AAE60F77F50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9602"/>
          <a:stretch/>
        </p:blipFill>
        <p:spPr>
          <a:xfrm>
            <a:off x="10775781" y="365125"/>
            <a:ext cx="578019" cy="8661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61689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E3391E4C-E6DB-DBFD-57B6-FF4AE0C4D5B1}"/>
              </a:ext>
            </a:extLst>
          </p:cNvPr>
          <p:cNvSpPr txBox="1"/>
          <p:nvPr/>
        </p:nvSpPr>
        <p:spPr>
          <a:xfrm>
            <a:off x="4428066" y="297932"/>
            <a:ext cx="276013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sz="2800" b="1" dirty="0"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Enviar emails</a:t>
            </a:r>
            <a:endParaRPr lang="es-GT" sz="2800" dirty="0"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EB3FFE3C-880E-86A7-FB37-9F4EEC6608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758" y="1752487"/>
            <a:ext cx="5409375" cy="3700048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14F8ECEE-B5F7-C1A1-51F0-DE66459F55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9813" y="2186466"/>
            <a:ext cx="5763429" cy="724001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BB053C1A-01C0-3EA4-BC52-38BBC93A54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29815" y="3649022"/>
            <a:ext cx="6144482" cy="704948"/>
          </a:xfrm>
          <a:prstGeom prst="rect">
            <a:avLst/>
          </a:prstGeom>
        </p:spPr>
      </p:pic>
      <p:sp>
        <p:nvSpPr>
          <p:cNvPr id="12" name="CuadroTexto 11">
            <a:extLst>
              <a:ext uri="{FF2B5EF4-FFF2-40B4-BE49-F238E27FC236}">
                <a16:creationId xmlns:a16="http://schemas.microsoft.com/office/drawing/2014/main" id="{361F099A-5576-5684-F9B9-8E52ACE076AC}"/>
              </a:ext>
            </a:extLst>
          </p:cNvPr>
          <p:cNvSpPr txBox="1"/>
          <p:nvPr/>
        </p:nvSpPr>
        <p:spPr>
          <a:xfrm>
            <a:off x="1221934" y="1025209"/>
            <a:ext cx="376302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sz="28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Configurar el .env</a:t>
            </a:r>
            <a:endParaRPr lang="es-GT" sz="2800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6E09302D-F440-3F15-CFE5-C1D2EAA666C0}"/>
              </a:ext>
            </a:extLst>
          </p:cNvPr>
          <p:cNvSpPr txBox="1"/>
          <p:nvPr/>
        </p:nvSpPr>
        <p:spPr>
          <a:xfrm>
            <a:off x="8266201" y="1032359"/>
            <a:ext cx="376302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sz="28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Crear mails</a:t>
            </a:r>
            <a:endParaRPr lang="es-GT" sz="2800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4" name="Imagen 13">
            <a:extLst>
              <a:ext uri="{FF2B5EF4-FFF2-40B4-BE49-F238E27FC236}">
                <a16:creationId xmlns:a16="http://schemas.microsoft.com/office/drawing/2014/main" id="{B966EF83-6535-3FAE-A6B3-825525D0E687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9602"/>
          <a:stretch/>
        </p:blipFill>
        <p:spPr>
          <a:xfrm>
            <a:off x="10775781" y="365125"/>
            <a:ext cx="578019" cy="8661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50605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uadroTexto 11">
            <a:extLst>
              <a:ext uri="{FF2B5EF4-FFF2-40B4-BE49-F238E27FC236}">
                <a16:creationId xmlns:a16="http://schemas.microsoft.com/office/drawing/2014/main" id="{361F099A-5576-5684-F9B9-8E52ACE076AC}"/>
              </a:ext>
            </a:extLst>
          </p:cNvPr>
          <p:cNvSpPr txBox="1"/>
          <p:nvPr/>
        </p:nvSpPr>
        <p:spPr>
          <a:xfrm>
            <a:off x="544601" y="770749"/>
            <a:ext cx="376302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sz="28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Nueva </a:t>
            </a:r>
            <a:r>
              <a:rPr lang="es-MX" sz="28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Solicitud.php</a:t>
            </a:r>
            <a:endParaRPr lang="es-GT" sz="2800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6E09302D-F440-3F15-CFE5-C1D2EAA666C0}"/>
              </a:ext>
            </a:extLst>
          </p:cNvPr>
          <p:cNvSpPr txBox="1"/>
          <p:nvPr/>
        </p:nvSpPr>
        <p:spPr>
          <a:xfrm>
            <a:off x="7550191" y="847414"/>
            <a:ext cx="376302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sz="28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Blade con mensaje</a:t>
            </a:r>
            <a:endParaRPr lang="es-GT" sz="2800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4" name="Imagen 13">
            <a:extLst>
              <a:ext uri="{FF2B5EF4-FFF2-40B4-BE49-F238E27FC236}">
                <a16:creationId xmlns:a16="http://schemas.microsoft.com/office/drawing/2014/main" id="{B966EF83-6535-3FAE-A6B3-825525D0E68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602"/>
          <a:stretch/>
        </p:blipFill>
        <p:spPr>
          <a:xfrm>
            <a:off x="11313213" y="104574"/>
            <a:ext cx="578019" cy="866113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0E80EB69-7847-3CAA-C269-D82D52E677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601" y="1555579"/>
            <a:ext cx="6144482" cy="1732002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C601B083-0B56-D509-B944-4509E646F3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69786" y="1338161"/>
            <a:ext cx="2808460" cy="2255791"/>
          </a:xfrm>
          <a:prstGeom prst="rect">
            <a:avLst/>
          </a:prstGeom>
        </p:spPr>
      </p:pic>
      <p:sp>
        <p:nvSpPr>
          <p:cNvPr id="8" name="CuadroTexto 7">
            <a:extLst>
              <a:ext uri="{FF2B5EF4-FFF2-40B4-BE49-F238E27FC236}">
                <a16:creationId xmlns:a16="http://schemas.microsoft.com/office/drawing/2014/main" id="{BC12C22D-580F-68A5-4734-6A28FD686020}"/>
              </a:ext>
            </a:extLst>
          </p:cNvPr>
          <p:cNvSpPr txBox="1"/>
          <p:nvPr/>
        </p:nvSpPr>
        <p:spPr>
          <a:xfrm>
            <a:off x="544600" y="3575907"/>
            <a:ext cx="514499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sz="28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NuevaSolicitudAdmin.php</a:t>
            </a:r>
            <a:endParaRPr lang="es-GT" sz="2800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5" name="Imagen 14">
            <a:extLst>
              <a:ext uri="{FF2B5EF4-FFF2-40B4-BE49-F238E27FC236}">
                <a16:creationId xmlns:a16="http://schemas.microsoft.com/office/drawing/2014/main" id="{A9F64442-B462-49B3-05CC-3E98F179ED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4599" y="4264412"/>
            <a:ext cx="5551401" cy="1958503"/>
          </a:xfrm>
          <a:prstGeom prst="rect">
            <a:avLst/>
          </a:prstGeom>
        </p:spPr>
      </p:pic>
      <p:pic>
        <p:nvPicPr>
          <p:cNvPr id="17" name="Imagen 16">
            <a:extLst>
              <a:ext uri="{FF2B5EF4-FFF2-40B4-BE49-F238E27FC236}">
                <a16:creationId xmlns:a16="http://schemas.microsoft.com/office/drawing/2014/main" id="{D5E75E66-489B-B0CA-54B2-E3D671C4773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89501" y="4264412"/>
            <a:ext cx="5769031" cy="1908080"/>
          </a:xfrm>
          <a:prstGeom prst="rect">
            <a:avLst/>
          </a:prstGeom>
        </p:spPr>
      </p:pic>
      <p:sp>
        <p:nvSpPr>
          <p:cNvPr id="19" name="CuadroTexto 18">
            <a:extLst>
              <a:ext uri="{FF2B5EF4-FFF2-40B4-BE49-F238E27FC236}">
                <a16:creationId xmlns:a16="http://schemas.microsoft.com/office/drawing/2014/main" id="{425FE703-3B5B-367A-8545-5BB4F38149BE}"/>
              </a:ext>
            </a:extLst>
          </p:cNvPr>
          <p:cNvSpPr txBox="1"/>
          <p:nvPr/>
        </p:nvSpPr>
        <p:spPr>
          <a:xfrm>
            <a:off x="7061200" y="3602855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sz="28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Blade con mensaje</a:t>
            </a:r>
            <a:endParaRPr lang="es-GT" sz="2800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592241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n 13">
            <a:extLst>
              <a:ext uri="{FF2B5EF4-FFF2-40B4-BE49-F238E27FC236}">
                <a16:creationId xmlns:a16="http://schemas.microsoft.com/office/drawing/2014/main" id="{B966EF83-6535-3FAE-A6B3-825525D0E68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602"/>
          <a:stretch/>
        </p:blipFill>
        <p:spPr>
          <a:xfrm>
            <a:off x="11313213" y="104574"/>
            <a:ext cx="578019" cy="866113"/>
          </a:xfrm>
          <a:prstGeom prst="rect">
            <a:avLst/>
          </a:prstGeom>
        </p:spPr>
      </p:pic>
      <p:sp>
        <p:nvSpPr>
          <p:cNvPr id="19" name="CuadroTexto 18">
            <a:extLst>
              <a:ext uri="{FF2B5EF4-FFF2-40B4-BE49-F238E27FC236}">
                <a16:creationId xmlns:a16="http://schemas.microsoft.com/office/drawing/2014/main" id="{425FE703-3B5B-367A-8545-5BB4F38149BE}"/>
              </a:ext>
            </a:extLst>
          </p:cNvPr>
          <p:cNvSpPr txBox="1"/>
          <p:nvPr/>
        </p:nvSpPr>
        <p:spPr>
          <a:xfrm>
            <a:off x="609599" y="3503336"/>
            <a:ext cx="855133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sz="28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Mostrar el email y la </a:t>
            </a:r>
            <a:r>
              <a:rPr lang="es-MX" sz="2800" b="1" dirty="0" err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no_solicitud</a:t>
            </a:r>
            <a:r>
              <a:rPr lang="es-MX" sz="28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en un mensaje</a:t>
            </a:r>
            <a:endParaRPr lang="es-GT" sz="2800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FBA648FD-E3A7-253C-0F28-C60A54FD7E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920139"/>
            <a:ext cx="9763049" cy="2508861"/>
          </a:xfrm>
          <a:prstGeom prst="rect">
            <a:avLst/>
          </a:prstGeom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E8F9A837-AFA1-1B96-9431-9E899098D165}"/>
              </a:ext>
            </a:extLst>
          </p:cNvPr>
          <p:cNvSpPr txBox="1"/>
          <p:nvPr/>
        </p:nvSpPr>
        <p:spPr>
          <a:xfrm>
            <a:off x="762000" y="584193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sz="28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Enviar solicitud por email </a:t>
            </a:r>
            <a:endParaRPr lang="es-GT" sz="2800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96BA7658-10AB-198F-A641-5A4F34EF41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599" y="4026556"/>
            <a:ext cx="4992335" cy="2458911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EA2B01FB-B1CF-8EA9-DF5B-55EAA352CF4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92432" y="4100892"/>
            <a:ext cx="5855795" cy="725108"/>
          </a:xfrm>
          <a:prstGeom prst="rect">
            <a:avLst/>
          </a:prstGeom>
        </p:spPr>
      </p:pic>
      <p:pic>
        <p:nvPicPr>
          <p:cNvPr id="18" name="Imagen 17">
            <a:extLst>
              <a:ext uri="{FF2B5EF4-FFF2-40B4-BE49-F238E27FC236}">
                <a16:creationId xmlns:a16="http://schemas.microsoft.com/office/drawing/2014/main" id="{FEB20F2C-24C9-8D19-9B1C-247544E102AF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25704"/>
          <a:stretch/>
        </p:blipFill>
        <p:spPr>
          <a:xfrm>
            <a:off x="5792432" y="4900336"/>
            <a:ext cx="4276649" cy="1743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937630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346</TotalTime>
  <Words>65</Words>
  <Application>Microsoft Office PowerPoint</Application>
  <PresentationFormat>Panorámica</PresentationFormat>
  <Paragraphs>18</Paragraphs>
  <Slides>11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11</vt:i4>
      </vt:variant>
    </vt:vector>
  </HeadingPairs>
  <TitlesOfParts>
    <vt:vector size="15" baseType="lpstr">
      <vt:lpstr>Aptos</vt:lpstr>
      <vt:lpstr>Aptos Display</vt:lpstr>
      <vt:lpstr>Arial</vt:lpstr>
      <vt:lpstr>Tema de Office</vt:lpstr>
      <vt:lpstr>Dpi y correo</vt:lpstr>
      <vt:lpstr>Verificador dpi</vt:lpstr>
      <vt:lpstr>Primeros 8 números</vt:lpstr>
      <vt:lpstr>Verificador con función modulo 11</vt:lpstr>
      <vt:lpstr>Procedimiento para verificador</vt:lpstr>
      <vt:lpstr>Código del departamento</vt:lpstr>
      <vt:lpstr>Código del municipio</vt:lpstr>
      <vt:lpstr>Encontrar municipio por departamento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Prueba</dc:creator>
  <cp:lastModifiedBy>Prueba</cp:lastModifiedBy>
  <cp:revision>6</cp:revision>
  <dcterms:created xsi:type="dcterms:W3CDTF">2025-12-12T14:43:49Z</dcterms:created>
  <dcterms:modified xsi:type="dcterms:W3CDTF">2025-12-12T20:30:39Z</dcterms:modified>
</cp:coreProperties>
</file>