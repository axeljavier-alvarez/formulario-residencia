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96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82B77-80AA-7AB3-6578-8FEBAFA13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A4F88-A95F-F477-E03D-B43C5C555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3BA4A-4D6B-5208-73F7-67F969466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AB7FDC-E811-FB49-391C-F0EF57CE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298509-1926-201E-D943-9BA7B437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5307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FBCA2-846D-2B69-2803-773416285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2C837A-314D-2F88-BAB0-7A84342E8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8C0F91-0953-F84F-9A18-22C96283F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0796C-2175-C1D1-6F16-51C3D7B8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62C965-5A7A-F432-F2CF-2FADE8AF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8359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E02C5-1E8C-DC47-8936-D14A8AA63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A861DE-4BA8-C559-AF1F-1DBF80580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2911EB-FC95-B894-B9CE-5344121E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C973AC-C98E-D517-5F46-62F7D986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184BB7-65AC-313B-3DFD-2DCB1116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8939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95C69-E5BC-B15D-436A-A71814F4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ED09FF-0760-A824-9CFC-2C13256D4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A64612-796B-E5B1-4E40-1C069EC78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BA6898-ACCE-96D5-4F6F-DF8C3FE4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5C17B8-5E72-1427-A55D-5517EC235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0951DF-128D-E33E-E902-9C33245AB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576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2641D-F71E-51C9-4B62-1970C8A5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1E9FF8-E3FF-3EE0-7F8D-915EDDCEA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C9FBFE-AAD7-1A5D-3111-DB97857F9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325CB5-BBAA-AC3C-9DCD-0FA4151E7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7781C1-7E03-CE18-AE57-FB8A59C6C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99F197-E4BD-153B-F1E8-70687DC6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5E0770B-00A7-2380-899B-95729F51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766F75F-A8CA-BD37-FB09-E5AF7B4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798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E5415-BBCB-485C-A63B-16E8BC1C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33D71F-7603-CA98-5B05-3FB71877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C3C8CF-1B87-9FD4-1499-9020C0350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D2BA22-3D3F-EBDF-F973-36F0D7AB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55523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EE459AA-225E-9A73-706D-79803755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295843-8A5A-1241-7552-A9BA905C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992A1B-6887-86C7-8328-5A350BAE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9641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4AC80-0E43-50F4-8A51-1E93A253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39252F-8094-1E7E-7564-F49C5593D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18C0E7-4D67-286F-5351-097574DEC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79340F-F7F0-0813-CEB8-00D2D257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F74042-4AC6-AB41-9087-3D2C53A9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DBD5EA-8681-6C07-855E-1A50D498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9248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4140A-E570-9D96-4626-3192AA1C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593231A-6E0B-E6B7-00E7-8192447DB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54A70D-4583-45E5-D58F-ABD988DF1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83E624-86D6-DDE0-B2B5-CC7BF509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DA2E1E-1C39-44CC-55F3-042077E5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FAC00F-F7D9-83C1-F599-973193A4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72055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2A01D-4EF6-8118-2200-164B979D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814EB5-5198-B581-FFD4-FEAF1A004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8180A8-FBFC-6994-238C-93FD76DB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CA69B-9690-A11E-0337-46470ACB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DBADF8-C403-DF23-3A45-EDF971E4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11651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6A9E8B-78A1-615D-19CE-C084630F16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4A40E0-E41D-7BD9-1568-B43666EE9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7C5A79-887A-6A26-FCE2-00B41BDF5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1CBB3-EBB4-90F5-E587-DDCDD40E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5B1580-B6F2-3F22-8D17-49490A06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832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DB178C-5FF9-4B9C-3912-C6AF2698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BE70D1-F257-1D14-5AC1-3F3EEB731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76E223-E3BD-6157-04CD-15AA0E9D9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AD5DA-DFBB-463F-8E43-D7CAF23EC660}" type="datetimeFigureOut">
              <a:rPr lang="es-GT" smtClean="0"/>
              <a:t>12/12/2025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5E20D3-4EAB-B2B5-8C63-DF928B21B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F58296-1328-6F4A-9FDB-FF3D0108C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BE9A7-86CE-456A-AE24-9122F258ED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4939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4B465-6F61-42FC-5298-D64EB6AEB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4572000" cy="2387600"/>
          </a:xfrm>
        </p:spPr>
        <p:txBody>
          <a:bodyPr/>
          <a:lstStyle/>
          <a:p>
            <a:r>
              <a:rPr lang="es-MX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Dpi y correo</a:t>
            </a:r>
            <a:endParaRPr lang="es-GT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7EBA94-7162-2C84-8E2C-1DE342851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7067"/>
            <a:ext cx="4402667" cy="1210732"/>
          </a:xfrm>
        </p:spPr>
        <p:txBody>
          <a:bodyPr/>
          <a:lstStyle/>
          <a:p>
            <a:r>
              <a:rPr lang="es-MX" dirty="0"/>
              <a:t>Solicitud de residencia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50FA59-705D-29A2-0742-9B3ADBF3F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5" y="661601"/>
            <a:ext cx="5591955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72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6DC7-892F-B963-CFFB-CF408697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Verificador dpi</a:t>
            </a:r>
            <a:endParaRPr lang="es-GT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628255B-FE85-F641-BD15-67FEC4065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021" y="1690688"/>
            <a:ext cx="6677957" cy="2467319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6B61080-13B3-7E0E-392F-A1A133F98D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02"/>
          <a:stretch/>
        </p:blipFill>
        <p:spPr>
          <a:xfrm>
            <a:off x="10775781" y="365125"/>
            <a:ext cx="578019" cy="8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98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6DC7-892F-B963-CFFB-CF408697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highlight>
                  <a:srgbClr val="FFFF00"/>
                </a:highlight>
              </a:rPr>
              <a:t>Primeros 8 números</a:t>
            </a:r>
            <a:endParaRPr lang="es-GT" b="1" dirty="0">
              <a:highlight>
                <a:srgbClr val="FFFF00"/>
              </a:highlight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628255B-FE85-F641-BD15-67FEC4065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610" t="24814" r="54565" b="12732"/>
          <a:stretch/>
        </p:blipFill>
        <p:spPr>
          <a:xfrm>
            <a:off x="719666" y="2717639"/>
            <a:ext cx="3335868" cy="1885491"/>
          </a:xfr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D6BDC3C-4C6F-A18C-79A6-CB6379D36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151" y="2197065"/>
            <a:ext cx="6914449" cy="29266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0F9234A-3CC0-8E1C-F7FB-5111B5296F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02"/>
          <a:stretch/>
        </p:blipFill>
        <p:spPr>
          <a:xfrm>
            <a:off x="10775781" y="365125"/>
            <a:ext cx="578019" cy="8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2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6DC7-892F-B963-CFFB-CF408697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highlight>
                  <a:srgbClr val="FFFF00"/>
                </a:highlight>
              </a:rPr>
              <a:t>Verificador con función modulo 11</a:t>
            </a:r>
            <a:endParaRPr lang="es-GT" b="1" dirty="0">
              <a:highlight>
                <a:srgbClr val="FFFF00"/>
              </a:highlight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628255B-FE85-F641-BD15-67FEC4065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610" t="24814" r="54565" b="12732"/>
          <a:stretch/>
        </p:blipFill>
        <p:spPr>
          <a:xfrm>
            <a:off x="550333" y="1543509"/>
            <a:ext cx="3335868" cy="1885491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5DEB97D-498F-A1BD-AFA5-A54B111F56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73" r="12119"/>
          <a:stretch/>
        </p:blipFill>
        <p:spPr>
          <a:xfrm>
            <a:off x="1337732" y="3799546"/>
            <a:ext cx="372535" cy="13241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12D9C83-D9BB-DB00-1579-76923C883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97" y="4947727"/>
            <a:ext cx="1895740" cy="7335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B680284-3FB1-2604-300C-62F7E4D98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166" y="3623093"/>
            <a:ext cx="7200231" cy="286978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0419F37-F443-01BB-7F4E-09CA49145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436" y="1690688"/>
            <a:ext cx="7200231" cy="116257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2C09DDD-F4A7-E34A-DCFC-6CDE33C3CB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602"/>
          <a:stretch/>
        </p:blipFill>
        <p:spPr>
          <a:xfrm>
            <a:off x="10775781" y="365125"/>
            <a:ext cx="578019" cy="8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72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6DC7-892F-B963-CFFB-CF408697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Procedimiento para verificador</a:t>
            </a:r>
            <a:endParaRPr lang="es-GT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5637CB4-9AE1-B863-072D-517DDC024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823" y="1473200"/>
            <a:ext cx="6067075" cy="47582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461B8E2-FC30-1378-F220-D484E275D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02"/>
          <a:stretch/>
        </p:blipFill>
        <p:spPr>
          <a:xfrm>
            <a:off x="10775781" y="365125"/>
            <a:ext cx="578019" cy="8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5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6DC7-892F-B963-CFFB-CF408697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highlight>
                  <a:srgbClr val="FFFF00"/>
                </a:highlight>
              </a:rPr>
              <a:t>Código del departamento</a:t>
            </a:r>
            <a:endParaRPr lang="es-GT" b="1" dirty="0">
              <a:highlight>
                <a:srgbClr val="FFFF00"/>
              </a:highlight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B1F9B88-9699-4AC9-911A-365ED3CDD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03" y="1783821"/>
            <a:ext cx="1552097" cy="159241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3388DF3-DE4B-CBAA-BFC8-01595A708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33" y="3481768"/>
            <a:ext cx="2006600" cy="119659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F790803-0434-0EAE-F675-7BF8D6467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688" y="1906549"/>
            <a:ext cx="6295112" cy="68425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FC1AEB7-4B51-D6B4-E23D-4F545287D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167" y="3365799"/>
            <a:ext cx="7049300" cy="49214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4E6E255-69F3-0D9E-C0E6-0882674FB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1747" y="4265911"/>
            <a:ext cx="6321719" cy="123001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0E40B24-AF0D-6A1B-191E-C0C60ED7E5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602"/>
          <a:stretch/>
        </p:blipFill>
        <p:spPr>
          <a:xfrm>
            <a:off x="10775781" y="365125"/>
            <a:ext cx="578019" cy="8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1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6DC7-892F-B963-CFFB-CF408697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highlight>
                  <a:srgbClr val="FFFF00"/>
                </a:highlight>
              </a:rPr>
              <a:t>Código del municipio</a:t>
            </a:r>
            <a:endParaRPr lang="es-GT" b="1" dirty="0">
              <a:highlight>
                <a:srgbClr val="FFFF00"/>
              </a:highligh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12C39C-FA5C-4AB3-9C9F-FC1B8749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14" y="2075143"/>
            <a:ext cx="3916920" cy="148932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8DE8D2-4FCC-F5CD-312F-00BE261FD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913" y="1846511"/>
            <a:ext cx="6320373" cy="8521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AC12BE7-2B48-5953-5899-C21905F57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79" y="3564465"/>
            <a:ext cx="11317287" cy="28364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39B56B6-3C98-8653-3F71-F922341A10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02"/>
          <a:stretch/>
        </p:blipFill>
        <p:spPr>
          <a:xfrm>
            <a:off x="10775781" y="365125"/>
            <a:ext cx="578019" cy="8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1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6DC7-892F-B963-CFFB-CF408697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highlight>
                  <a:srgbClr val="FFFF00"/>
                </a:highlight>
              </a:rPr>
              <a:t>Encontrar municipio por departamento</a:t>
            </a:r>
            <a:endParaRPr lang="es-GT" b="1" dirty="0">
              <a:highlight>
                <a:srgbClr val="FFFF00"/>
              </a:highligh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2548D3-4474-FEDE-9A51-22D5AE10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49" y="1690688"/>
            <a:ext cx="4958051" cy="75573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A115C7E-47BE-78C2-AE9C-4EB5BB13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96" y="2485893"/>
            <a:ext cx="5144353" cy="12860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4CE545-6EED-9A87-8C64-25BAA61C5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15" y="3889258"/>
            <a:ext cx="5753918" cy="135585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EDA200F-F068-C760-BC61-51D721C14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7782" y="1761892"/>
            <a:ext cx="5144218" cy="166710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0A037A4-6F5A-6B9E-104C-0D54808354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649" y="3828734"/>
            <a:ext cx="4305901" cy="255305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252C195-8ED8-084C-F301-5AAE60F77F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602"/>
          <a:stretch/>
        </p:blipFill>
        <p:spPr>
          <a:xfrm>
            <a:off x="10775781" y="365125"/>
            <a:ext cx="578019" cy="8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68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91E4C-E6DB-DBFD-57B6-FF4AE0C4D5B1}"/>
              </a:ext>
            </a:extLst>
          </p:cNvPr>
          <p:cNvSpPr txBox="1"/>
          <p:nvPr/>
        </p:nvSpPr>
        <p:spPr>
          <a:xfrm>
            <a:off x="4428066" y="297932"/>
            <a:ext cx="27601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Enviar emails</a:t>
            </a:r>
            <a:endParaRPr lang="es-GT" sz="28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B3FFE3C-880E-86A7-FB37-9F4EEC660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58" y="1752487"/>
            <a:ext cx="5409375" cy="370004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4F8ECEE-B5F7-C1A1-51F0-DE66459F5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813" y="2186466"/>
            <a:ext cx="5763429" cy="7240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B053C1A-01C0-3EA4-BC52-38BBC93A5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815" y="3649022"/>
            <a:ext cx="6144482" cy="70494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61F099A-5576-5684-F9B9-8E52ACE076AC}"/>
              </a:ext>
            </a:extLst>
          </p:cNvPr>
          <p:cNvSpPr txBox="1"/>
          <p:nvPr/>
        </p:nvSpPr>
        <p:spPr>
          <a:xfrm>
            <a:off x="1221934" y="1025209"/>
            <a:ext cx="3763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el .env</a:t>
            </a:r>
            <a:endParaRPr lang="es-GT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09302D-F440-3F15-CFE5-C1D2EAA666C0}"/>
              </a:ext>
            </a:extLst>
          </p:cNvPr>
          <p:cNvSpPr txBox="1"/>
          <p:nvPr/>
        </p:nvSpPr>
        <p:spPr>
          <a:xfrm>
            <a:off x="8266201" y="1032359"/>
            <a:ext cx="3763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 mails</a:t>
            </a:r>
            <a:endParaRPr lang="es-GT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966EF83-6535-3FAE-A6B3-825525D0E6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02"/>
          <a:stretch/>
        </p:blipFill>
        <p:spPr>
          <a:xfrm>
            <a:off x="10775781" y="365125"/>
            <a:ext cx="578019" cy="8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6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361F099A-5576-5684-F9B9-8E52ACE076AC}"/>
              </a:ext>
            </a:extLst>
          </p:cNvPr>
          <p:cNvSpPr txBox="1"/>
          <p:nvPr/>
        </p:nvSpPr>
        <p:spPr>
          <a:xfrm>
            <a:off x="544601" y="770749"/>
            <a:ext cx="3763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Nueva </a:t>
            </a:r>
            <a:r>
              <a:rPr lang="es-MX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Solicitud.php</a:t>
            </a:r>
            <a:endParaRPr lang="es-GT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09302D-F440-3F15-CFE5-C1D2EAA666C0}"/>
              </a:ext>
            </a:extLst>
          </p:cNvPr>
          <p:cNvSpPr txBox="1"/>
          <p:nvPr/>
        </p:nvSpPr>
        <p:spPr>
          <a:xfrm>
            <a:off x="7550191" y="847414"/>
            <a:ext cx="3763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Blade con mensaje</a:t>
            </a:r>
            <a:endParaRPr lang="es-GT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966EF83-6535-3FAE-A6B3-825525D0E6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2"/>
          <a:stretch/>
        </p:blipFill>
        <p:spPr>
          <a:xfrm>
            <a:off x="11313213" y="104574"/>
            <a:ext cx="578019" cy="8661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80EB69-7847-3CAA-C269-D82D52E67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01" y="1555579"/>
            <a:ext cx="6144482" cy="17320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601B083-0B56-D509-B944-4509E646F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786" y="1338161"/>
            <a:ext cx="2808460" cy="225579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C12C22D-580F-68A5-4734-6A28FD686020}"/>
              </a:ext>
            </a:extLst>
          </p:cNvPr>
          <p:cNvSpPr txBox="1"/>
          <p:nvPr/>
        </p:nvSpPr>
        <p:spPr>
          <a:xfrm>
            <a:off x="544600" y="3575907"/>
            <a:ext cx="5144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NuevaSolicitudAdmin.php</a:t>
            </a:r>
            <a:endParaRPr lang="es-GT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9F64442-B462-49B3-05CC-3E98F179E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99" y="4264412"/>
            <a:ext cx="5551401" cy="195850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5E75E66-489B-B0CA-54B2-E3D671C47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501" y="4264412"/>
            <a:ext cx="5769031" cy="190808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25FE703-3B5B-367A-8545-5BB4F38149BE}"/>
              </a:ext>
            </a:extLst>
          </p:cNvPr>
          <p:cNvSpPr txBox="1"/>
          <p:nvPr/>
        </p:nvSpPr>
        <p:spPr>
          <a:xfrm>
            <a:off x="7061200" y="36028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Blade con mensaje</a:t>
            </a:r>
            <a:endParaRPr lang="es-GT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22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B966EF83-6535-3FAE-A6B3-825525D0E6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2"/>
          <a:stretch/>
        </p:blipFill>
        <p:spPr>
          <a:xfrm>
            <a:off x="11313213" y="104574"/>
            <a:ext cx="578019" cy="866113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25FE703-3B5B-367A-8545-5BB4F38149BE}"/>
              </a:ext>
            </a:extLst>
          </p:cNvPr>
          <p:cNvSpPr txBox="1"/>
          <p:nvPr/>
        </p:nvSpPr>
        <p:spPr>
          <a:xfrm>
            <a:off x="609599" y="3503336"/>
            <a:ext cx="85513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Mostrar el email y la </a:t>
            </a:r>
            <a:r>
              <a:rPr lang="es-MX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no_solicitud</a:t>
            </a:r>
            <a:r>
              <a:rPr lang="es-MX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un mensaje</a:t>
            </a:r>
            <a:endParaRPr lang="es-GT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A648FD-E3A7-253C-0F28-C60A54FD7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20139"/>
            <a:ext cx="9763049" cy="250886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8F9A837-AFA1-1B96-9431-9E899098D165}"/>
              </a:ext>
            </a:extLst>
          </p:cNvPr>
          <p:cNvSpPr txBox="1"/>
          <p:nvPr/>
        </p:nvSpPr>
        <p:spPr>
          <a:xfrm>
            <a:off x="762000" y="5841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Enviar solicitud por email </a:t>
            </a:r>
            <a:endParaRPr lang="es-GT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6BA7658-10AB-198F-A641-5A4F34EF4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4026556"/>
            <a:ext cx="4992335" cy="245891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A2B01FB-B1CF-8EA9-DF5B-55EAA352C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432" y="4100892"/>
            <a:ext cx="5855795" cy="72510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EB20F2C-24C9-8D19-9B1C-247544E102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5704"/>
          <a:stretch/>
        </p:blipFill>
        <p:spPr>
          <a:xfrm>
            <a:off x="5792432" y="4900336"/>
            <a:ext cx="4276649" cy="17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763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65</Words>
  <Application>Microsoft Office PowerPoint</Application>
  <PresentationFormat>Panorámica</PresentationFormat>
  <Paragraphs>18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Dpi y correo</vt:lpstr>
      <vt:lpstr>Verificador dpi</vt:lpstr>
      <vt:lpstr>Primeros 8 números</vt:lpstr>
      <vt:lpstr>Verificador con función modulo 11</vt:lpstr>
      <vt:lpstr>Procedimiento para verificador</vt:lpstr>
      <vt:lpstr>Código del departamento</vt:lpstr>
      <vt:lpstr>Código del municipio</vt:lpstr>
      <vt:lpstr>Encontrar municipio por departamento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Prueba</dc:creator>
  <cp:lastModifiedBy>Prueba</cp:lastModifiedBy>
  <cp:revision>6</cp:revision>
  <dcterms:created xsi:type="dcterms:W3CDTF">2025-12-12T14:43:49Z</dcterms:created>
  <dcterms:modified xsi:type="dcterms:W3CDTF">2025-12-12T16:21:44Z</dcterms:modified>
</cp:coreProperties>
</file>